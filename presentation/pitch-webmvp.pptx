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product as the desktop pitch — practice STEM problems — but built
for an institution, not a single user. These five commitments shape the
architecture. The rest of the deck is how each one gets honored.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Pre-warm the Vercel deploy 30s before going up.
Phone moment is the load-bearing beat — physically pull it from your pocket.
Have a 60s pre-recorded screen capture one keystroke away in case Vercel cold-starts.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Row-level security policies decide which rows a user can read. The route
handler never has access to data the user shouldn't see — so it can't
accidentally leak it. That's what makes the multi-tenant model trustworthy
without writing security code in every endpoint.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Joel wrote the spec for an offline desktop tool. I re-targeted it for the
web — same product goals, different constraints, completely different stack.
The dev cycle compressed from fourteen desktop steps into a 9-step web sprint.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Mastery is a Beta posterior, not a percentage. The estimate tightens as
evidence accumulates. The "weakest topic" ranking uses the lower credibility
bound — penalises uncertainty so a freshly-seen topic doesn't outrank a
well-evidenced one. Real statistics, properly tested.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Anonymous users get personal mastery via a cookie UUID. Signing in
promotes that UUID to a real account — no data lost. That's how you
earn the first session without giving up personalization on the second.
This is the design-practices money slide: a deliberate seam between
"trustless onboarding" and "trusted account." Most peers will not have
considered this seam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artifact isn't the app — it's this one-page faculty pitch. We want a
course pilot in the fall. That closes the design-practices loop: build the
thing, write the pitch, hand it to the user.
Also: nine themes. Flick through them on the live app as your last beat if
there's time. Sit 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Amplify — Web</dc:title>
  <dc:subject>5-minute pitch deck for the karth/web-mvp branch</dc:subject>
  <dc:creator>Created by Marp</dc:creator>
  <cp:lastModifiedBy>Created by Marp</cp:lastModifiedBy>
  <cp:revision>1</cp:revision>
  <dcterms:created xsi:type="dcterms:W3CDTF">2026-05-26T03:51:39Z</dcterms:created>
  <dcterms:modified xsi:type="dcterms:W3CDTF">2026-05-26T03:51:39Z</dcterms:modified>
</cp:coreProperties>
</file>